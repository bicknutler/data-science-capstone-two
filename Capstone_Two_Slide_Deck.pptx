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8882" y="581358"/>
            <a:ext cx="31062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0F0F0"/>
                </a:solidFill>
              </a:defRPr>
            </a:pPr>
            <a:r>
              <a:rPr sz="2800" dirty="0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733" y="2381468"/>
            <a:ext cx="82065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F0F0"/>
                </a:solidFill>
              </a:defRPr>
            </a:pPr>
            <a:r>
              <a:rPr dirty="0"/>
              <a:t>Adult Census Income Prediction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C8C8C8"/>
                </a:solidFill>
              </a:defRPr>
            </a:pPr>
            <a:r>
              <a:rPr dirty="0"/>
              <a:t>Prepared by: Nicholas Butler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Project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Predict likelihood of earning &gt; $50,000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Identify the strongest socioeconomic drivers of income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Support equity-focused workforce and education policy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- 48,842 cleaned rows used for analysis and modeling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- 15 raw features expanded into encoded and engineered sets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Demographic, educational, occupational, and financial variables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Provides a robust foundation for socioeconomic 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7772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F0F0"/>
                </a:solidFill>
              </a:defRPr>
            </a:pPr>
            <a:r>
              <a:rPr dirty="0"/>
              <a:t>Higher Education Greatly Increases Probability of Earning &gt; $50,000</a:t>
            </a:r>
          </a:p>
        </p:txBody>
      </p:sp>
      <p:pic>
        <p:nvPicPr>
          <p:cNvPr id="3" name="Picture 2" descr="plot_edu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13700"/>
            <a:ext cx="7772400" cy="431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7772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F0F0"/>
                </a:solidFill>
              </a:defRPr>
            </a:pPr>
            <a:r>
              <a:rPr dirty="0"/>
              <a:t>Longer Work Hours Strongly Increase the Probability of High Income</a:t>
            </a:r>
          </a:p>
        </p:txBody>
      </p:sp>
      <p:pic>
        <p:nvPicPr>
          <p:cNvPr id="3" name="Picture 2" descr="plot_hour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2482"/>
            <a:ext cx="7772400" cy="431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1" y="274320"/>
            <a:ext cx="7772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F0F0"/>
                </a:solidFill>
              </a:defRPr>
            </a:pPr>
            <a:r>
              <a:rPr dirty="0"/>
              <a:t>Marriage, Education, and Capital Gains Are the Strongest Positive Predictors</a:t>
            </a:r>
          </a:p>
        </p:txBody>
      </p:sp>
      <p:pic>
        <p:nvPicPr>
          <p:cNvPr id="3" name="Picture 2" descr="plot_pos_corr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2786"/>
            <a:ext cx="7772400" cy="431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799" y="274320"/>
            <a:ext cx="77724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F0F0"/>
                </a:solidFill>
              </a:defRPr>
            </a:pPr>
            <a:r>
              <a:rPr dirty="0"/>
              <a:t>Never-Married Status, Own-Child Role, Female Indicator, and Part-Time Work Reduce Income Odds</a:t>
            </a:r>
          </a:p>
        </p:txBody>
      </p:sp>
      <p:pic>
        <p:nvPicPr>
          <p:cNvPr id="3" name="Picture 2" descr="plot_neg_corr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65020"/>
            <a:ext cx="7772400" cy="431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Model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XGBoost and LightGBM used as core models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Hyperparameters tuned using Optuna search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- 8 binning configurations evaluated systematically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Stratified train/test splits to maintain class 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7772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F0F0"/>
                </a:solidFill>
              </a:defRPr>
            </a:pPr>
            <a:r>
              <a:rPr dirty="0"/>
              <a:t>Binned </a:t>
            </a:r>
            <a:r>
              <a:rPr dirty="0" err="1"/>
              <a:t>XGBoost</a:t>
            </a:r>
            <a:r>
              <a:rPr dirty="0"/>
              <a:t> Configuration Achieves Highest ROC AUC (~0.932)</a:t>
            </a:r>
          </a:p>
        </p:txBody>
      </p:sp>
      <p:pic>
        <p:nvPicPr>
          <p:cNvPr id="3" name="Picture 2" descr="plot_roc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94731"/>
            <a:ext cx="7772400" cy="431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Rapid Policy Change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Work schedule and hours regulations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Expanded access to training and education programs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Targeted occupation and job classification levers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Incentives that encourage stable full-time employment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Slow Policy Change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Household structure and family pattern evolution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Long-term workforce development and reskilling cycles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Capital gains and tax policy reforms over time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Macro-level shifts in labor markets and industries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Immutable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Sex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Race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Age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Native country of birth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Equity Improvement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Expand pathways into higher education and advanced credentials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Provide childcare and flexible scheduling support for caregivers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Increase equitable access to stable full-time employment opportunities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Assist workers transitioning into higher-mobility occupations and sectors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</a:defRPr>
            </a:pPr>
            <a:r>
              <a:t>Future Research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Develop fairness-aware models to diagnose and mitigate bias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Run counterfactual simulations for key policy interventions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Track income mobility through longitudinal data integration</a:t>
            </a:r>
          </a:p>
          <a:p>
            <a:pPr>
              <a:spcAft>
                <a:spcPts val="2800"/>
              </a:spcAft>
              <a:defRPr sz="3600">
                <a:solidFill>
                  <a:srgbClr val="E6E6E6"/>
                </a:solidFill>
              </a:defRPr>
            </a:pPr>
            <a:r>
              <a:t>- Use scenario modeling to stress-test workforce policy options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323</Words>
  <Application>Microsoft Office PowerPoint</Application>
  <PresentationFormat>On-screen Show (4:3)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Nick Butler</dc:creator>
  <cp:keywords/>
  <dc:description>generated using python-pptx</dc:description>
  <cp:lastModifiedBy>Nicholas Butler</cp:lastModifiedBy>
  <cp:revision>2</cp:revision>
  <dcterms:created xsi:type="dcterms:W3CDTF">2013-01-27T09:14:16Z</dcterms:created>
  <dcterms:modified xsi:type="dcterms:W3CDTF">2025-12-11T23:10:12Z</dcterms:modified>
  <cp:category/>
</cp:coreProperties>
</file>